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60" r:id="rId3"/>
    <p:sldId id="268" r:id="rId4"/>
    <p:sldId id="261" r:id="rId5"/>
    <p:sldId id="269" r:id="rId6"/>
    <p:sldId id="257" r:id="rId7"/>
    <p:sldId id="270" r:id="rId8"/>
    <p:sldId id="262" r:id="rId9"/>
    <p:sldId id="263" r:id="rId10"/>
    <p:sldId id="271" r:id="rId11"/>
    <p:sldId id="264" r:id="rId12"/>
    <p:sldId id="272" r:id="rId13"/>
    <p:sldId id="265" r:id="rId14"/>
    <p:sldId id="273" r:id="rId15"/>
    <p:sldId id="266" r:id="rId16"/>
    <p:sldId id="274" r:id="rId17"/>
    <p:sldId id="267" r:id="rId18"/>
    <p:sldId id="276" r:id="rId19"/>
    <p:sldId id="275" r:id="rId20"/>
    <p:sldId id="279" r:id="rId21"/>
    <p:sldId id="278" r:id="rId22"/>
    <p:sldId id="280" r:id="rId23"/>
    <p:sldId id="277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E4532-FB8E-044B-B6DD-92108EFFB24E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A9BE-012E-774F-A233-B08E48A856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84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A9BE-012E-774F-A233-B08E48A8569A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16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68A898-23D4-4659-547B-965312677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BF7483-3958-C548-6B4D-E26E2F8E8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B9032C-2174-F426-36A6-89BBB16A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5B4EC1-4714-26B3-1462-F8BD3F82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807900-B56B-A444-88E7-6E2B56501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19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7B3E0D-86C0-AE66-3F5E-01AA392D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8DE549-6302-38C2-14D3-0AA2BF092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B87A10-952E-EB93-50A0-37A911FE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359ABC-3694-1764-E95D-320EDE95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8C6ECB-89E8-37DB-2F51-AEC45459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279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682862-E6BC-9B6E-113D-248EDFDD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A6969C-E44F-B94B-C169-C150ED4C6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E032D7-D555-7254-5A08-3E8AD479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D8A90C-E0C0-F658-C4D4-012F0F21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37774B-3D1C-72D3-EE7B-B202B69F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675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99970F-B5FD-15FC-F0C5-F36FC780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208348-AC1C-6C8B-FC62-8C904C5F8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563823B-513B-7F4E-DAB9-B44AF8380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863144-F8FB-F3D3-6714-CA60796C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1EB628-4EB2-629D-7F6E-123FC631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1E5033-57A9-125E-F681-7B1668B0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21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F16331-3C9F-CF17-D7D4-D44D20A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0377D8-EFEC-B82E-0786-48BB4DE2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790FB-B4C8-0358-CC44-8BD2E3146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228154F-5BD7-5605-03B6-E7B44C96D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7DF49A8-FCDD-BBBF-F501-3F7A0B06C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FD7E1D3-8509-F670-3483-324F1CDB1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1040280-6BCA-08F6-DC1C-66374C9A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4256BAF-BBB7-682E-160D-5AA632B7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399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08F9E3-8581-7EFA-E6A1-1FB8E2B6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70B97FD-BC01-57D5-B912-B0843BB1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A11675-A4A1-CFD4-167B-882EDF81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2100AE-BF70-E95F-A6D1-5A3D0167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36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804699-B579-6FD3-6824-5427EADA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40B2FA-8BCF-788B-FF13-24D4BF9B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C2AB40-1240-EEC0-2534-C1543B0F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860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8C83F9-4667-59C6-76B8-68B7C8767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781229-4F47-F821-A353-428010B48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5195DD-121D-2400-37EB-67BB9784D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3AE3BF-FCE4-45C2-5E1C-5D190A086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9D49BD-A347-D958-4D1A-D0A8DB88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3F9A86-2133-298D-4C22-AF67E99D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27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408358-68AF-A48A-4C78-D05235C9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BBB542C-334A-41F2-B52C-FDE763591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3C2F3E-A007-056B-DE24-29EE9F925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5E19E4-6226-64DC-FEF8-670185BC8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90E8E1-D77D-E842-E30F-06C8684C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D78608-9B26-8F76-95B3-577A82F0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680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8439D5-4BC4-F0E9-753C-130184A6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B82D78-74AE-FBFE-F218-F1D233C7F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71BB3D-DBCB-90D2-996F-9988EBCC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BA9E5B-0C14-824A-CED5-7D28D5E3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DFBAE1-C42D-3B56-B52D-475FEA83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07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33765F0-4427-284D-7ECA-23A794920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6E71E61-A3F3-3FBA-970C-A63EB6D04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AC60A3-AB0A-7A89-3C0C-52CF5C80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81A8CE-2C9C-7CD8-2E11-FE90B8557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5A6751-CA7C-5182-9C89-89AEAE24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17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A5A2988-19F8-281F-4E7B-93FC0A3E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D89B67-120C-09CE-36B6-27186F3DD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07F0FA-CE11-9417-9944-04D3480ED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4581-C692-0743-9C31-F8DD88C995A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25F4DE-80BE-6437-9E4A-44CF9D029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07C16F-8ECC-F73B-3DA9-1E3F73D96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DB140-2199-4C4B-9E10-1B1DC068C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914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C25D65-FAD3-86C4-2699-5A6786C202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B370F9-4DF6-5D25-6839-CEF08CCAB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04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5B4C-056D-EE47-DA23-C11A3C6D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F11B6-3A26-F5D1-6AE4-1995AA44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1 </a:t>
            </a:r>
            <a:r>
              <a:rPr lang="fr-FR" dirty="0" err="1"/>
              <a:t>after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F9F1D3A-78D6-B282-168B-B8D9162EE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53" y="1128500"/>
            <a:ext cx="7721966" cy="38323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B3C242-D96D-A921-5204-9971F0C4747E}"/>
              </a:ext>
            </a:extLst>
          </p:cNvPr>
          <p:cNvSpPr/>
          <p:nvPr/>
        </p:nvSpPr>
        <p:spPr>
          <a:xfrm>
            <a:off x="2438398" y="1690688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00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F577-290F-B784-FEB9-6977B1EA8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647BAF-0C29-D900-38A2-D0286B8D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1 </a:t>
            </a:r>
            <a:r>
              <a:rPr lang="fr-FR" dirty="0" err="1"/>
              <a:t>after</a:t>
            </a:r>
            <a:r>
              <a:rPr lang="fr-FR" dirty="0"/>
              <a:t> flip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FB1ACC1-81CC-ACEC-B6AF-F9686DECF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357453" y="1128500"/>
            <a:ext cx="7721966" cy="38323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AA4358-29DE-9A5B-B2C3-E0D8D0A7A7B8}"/>
              </a:ext>
            </a:extLst>
          </p:cNvPr>
          <p:cNvSpPr/>
          <p:nvPr/>
        </p:nvSpPr>
        <p:spPr>
          <a:xfrm>
            <a:off x="2438398" y="1690688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38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BCC2-6E2B-031B-99C7-D294F7BF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689C27-492E-7F95-9161-569B3527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2 </a:t>
            </a:r>
            <a:r>
              <a:rPr lang="fr-FR" dirty="0" err="1"/>
              <a:t>after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7646ADC-425A-01A4-8C83-3C6A2FB85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1422">
            <a:off x="5384800" y="2889250"/>
            <a:ext cx="1422400" cy="10795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9EAFDC6-899B-D507-1220-26D464A67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256" y="2285104"/>
            <a:ext cx="8671033" cy="28829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6F4C94-5165-5C9E-4EE1-3C76D3991BD9}"/>
              </a:ext>
            </a:extLst>
          </p:cNvPr>
          <p:cNvSpPr/>
          <p:nvPr/>
        </p:nvSpPr>
        <p:spPr>
          <a:xfrm>
            <a:off x="2932387" y="2315999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6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2F0B-6351-8914-9BEA-4825CB67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877BA5-9BDD-BFB3-DD01-75F3D23B7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2 </a:t>
            </a:r>
            <a:r>
              <a:rPr lang="fr-FR" dirty="0" err="1"/>
              <a:t>after</a:t>
            </a:r>
            <a:r>
              <a:rPr lang="fr-FR" dirty="0"/>
              <a:t> flip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F8EB31-ADC8-5EE0-0537-E16ED0CB7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1422">
            <a:off x="5384800" y="2889250"/>
            <a:ext cx="1422400" cy="10795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7396800-2012-F461-5118-B9373A21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280745" y="2085407"/>
            <a:ext cx="8671033" cy="28829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9DE425-3A91-000B-5B78-F0A2EBC66722}"/>
              </a:ext>
            </a:extLst>
          </p:cNvPr>
          <p:cNvSpPr/>
          <p:nvPr/>
        </p:nvSpPr>
        <p:spPr>
          <a:xfrm>
            <a:off x="2932387" y="2315999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99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325F50-3A33-6B53-5D79-BE95C47DB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3 </a:t>
            </a:r>
            <a:r>
              <a:rPr lang="fr-FR" dirty="0" err="1"/>
              <a:t>after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31D9DA-B320-EDB4-1B81-6AAEBFB31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1422">
            <a:off x="5384800" y="2889250"/>
            <a:ext cx="1422400" cy="10795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2C71C91-8C16-BFFB-927B-C23D93761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65691">
            <a:off x="2209799" y="1772392"/>
            <a:ext cx="7772400" cy="36448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C766C0-7277-D194-9D36-30B0AECC0EB6}"/>
              </a:ext>
            </a:extLst>
          </p:cNvPr>
          <p:cNvSpPr/>
          <p:nvPr/>
        </p:nvSpPr>
        <p:spPr>
          <a:xfrm>
            <a:off x="2375338" y="2301766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88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9A8E7-051A-BD7E-8C9C-82C5B8B2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9DE81-3638-605E-5C98-DB411143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3 </a:t>
            </a:r>
            <a:r>
              <a:rPr lang="fr-FR" dirty="0" err="1"/>
              <a:t>after</a:t>
            </a:r>
            <a:r>
              <a:rPr lang="fr-FR" dirty="0"/>
              <a:t> flip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B31CD6-358E-94A3-CC57-B00FC57BC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1422">
            <a:off x="5384800" y="2889250"/>
            <a:ext cx="1422400" cy="10795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0B2937C-211B-287F-0E24-1B5BEB084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38004">
            <a:off x="2209800" y="1520143"/>
            <a:ext cx="7772400" cy="36448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C71640-2CBE-B82B-BC5B-32ABB74346A4}"/>
              </a:ext>
            </a:extLst>
          </p:cNvPr>
          <p:cNvSpPr/>
          <p:nvPr/>
        </p:nvSpPr>
        <p:spPr>
          <a:xfrm>
            <a:off x="2375338" y="2301766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384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09CB2-0507-BA3B-570F-BD3DE9AB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42978E-5F5E-02B3-BA8A-3A2048D4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4 </a:t>
            </a:r>
            <a:r>
              <a:rPr lang="fr-FR" dirty="0" err="1"/>
              <a:t>before</a:t>
            </a:r>
            <a:r>
              <a:rPr lang="fr-FR" dirty="0"/>
              <a:t> *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4CF597-AD7C-47F1-82E5-288BE0161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7" y="2131987"/>
            <a:ext cx="5702300" cy="2933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B29621-03F4-A1B5-3A8D-1352BC19B44A}"/>
              </a:ext>
            </a:extLst>
          </p:cNvPr>
          <p:cNvSpPr/>
          <p:nvPr/>
        </p:nvSpPr>
        <p:spPr>
          <a:xfrm>
            <a:off x="2932387" y="2315999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317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4727B-DB2B-5AC2-15C0-81D0A294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A04084-88F0-A8DD-0018-DCAB2993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5 </a:t>
            </a:r>
            <a:r>
              <a:rPr lang="fr-FR" dirty="0" err="1"/>
              <a:t>after</a:t>
            </a:r>
            <a:r>
              <a:rPr lang="fr-FR" dirty="0"/>
              <a:t> *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D601E6-89E9-7A4B-8C30-2DAB2DEF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1422">
            <a:off x="5384800" y="2889250"/>
            <a:ext cx="1422400" cy="1079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33A259-C7FC-0A87-6AC4-C5BD5B3DAF9A}"/>
              </a:ext>
            </a:extLst>
          </p:cNvPr>
          <p:cNvSpPr/>
          <p:nvPr/>
        </p:nvSpPr>
        <p:spPr>
          <a:xfrm>
            <a:off x="2932387" y="2315999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F08D709-BEB2-D491-5E3A-A1998B165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077" y="2552856"/>
            <a:ext cx="6311639" cy="249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37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047CF-4393-19AA-70E4-BFDA47ED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1E5CF0-66AE-AFBD-6FFE-DB0C8567D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5 </a:t>
            </a:r>
            <a:r>
              <a:rPr lang="fr-FR" dirty="0" err="1"/>
              <a:t>after</a:t>
            </a:r>
            <a:r>
              <a:rPr lang="fr-FR" dirty="0"/>
              <a:t> * flip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231BD54-A5AC-18EE-3388-2C8442FDC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1422">
            <a:off x="5384800" y="2889250"/>
            <a:ext cx="1422400" cy="10795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610D559-98D2-39A7-E708-E52C20B63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40328" y="2099847"/>
            <a:ext cx="6311639" cy="24901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78CE07-3DAC-9547-5421-5465AE609B60}"/>
              </a:ext>
            </a:extLst>
          </p:cNvPr>
          <p:cNvSpPr/>
          <p:nvPr/>
        </p:nvSpPr>
        <p:spPr>
          <a:xfrm>
            <a:off x="2175638" y="2022606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6738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3CD2-8A1D-3856-0C02-2B0C377E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7B3915-E568-52BE-A760-F09D58C2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6 </a:t>
            </a:r>
            <a:r>
              <a:rPr lang="fr-FR" dirty="0" err="1"/>
              <a:t>after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B0751-770A-19A0-0522-F8D3026EAA10}"/>
              </a:ext>
            </a:extLst>
          </p:cNvPr>
          <p:cNvSpPr/>
          <p:nvPr/>
        </p:nvSpPr>
        <p:spPr>
          <a:xfrm>
            <a:off x="2932387" y="2315999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20E7F73-7CC5-59B3-4C2C-ED29123C1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629352" y="2835447"/>
            <a:ext cx="5829957" cy="180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98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4EFD-B44C-801E-C668-A25D0C03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7C884-47E0-5E63-4F04-3F703F06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6 </a:t>
            </a:r>
            <a:r>
              <a:rPr lang="fr-FR" dirty="0" err="1"/>
              <a:t>after</a:t>
            </a:r>
            <a:r>
              <a:rPr lang="fr-FR" dirty="0"/>
              <a:t> flip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11BA2-6483-2147-A1C8-0D6F5051C6B6}"/>
              </a:ext>
            </a:extLst>
          </p:cNvPr>
          <p:cNvSpPr/>
          <p:nvPr/>
        </p:nvSpPr>
        <p:spPr>
          <a:xfrm>
            <a:off x="2858814" y="2436054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CA4EFB-8ADB-9445-F3A4-E90BE4A8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352" y="2835447"/>
            <a:ext cx="5829957" cy="180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28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1223-FE26-B22B-6460-0EBE7D62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E76CE5-92A6-EB1A-2484-0B1D5B8C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7 </a:t>
            </a:r>
            <a:r>
              <a:rPr lang="fr-FR" dirty="0" err="1"/>
              <a:t>after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86F2F-C7EB-3EAF-BEB9-0BF1CC22B220}"/>
              </a:ext>
            </a:extLst>
          </p:cNvPr>
          <p:cNvSpPr/>
          <p:nvPr/>
        </p:nvSpPr>
        <p:spPr>
          <a:xfrm>
            <a:off x="2932387" y="2315999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6B212D0-286D-CEDA-3D58-2FDFC49D9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356523" y="2842471"/>
            <a:ext cx="6460139" cy="206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69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E8285-CFDB-8694-083B-8450CDE4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72755-4D84-3738-0D4A-8C6AED11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7 </a:t>
            </a:r>
            <a:r>
              <a:rPr lang="fr-FR" dirty="0" err="1"/>
              <a:t>after</a:t>
            </a:r>
            <a:r>
              <a:rPr lang="fr-FR" dirty="0"/>
              <a:t> flip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E1FDAF-99AD-7605-8B3F-72D17888DF70}"/>
              </a:ext>
            </a:extLst>
          </p:cNvPr>
          <p:cNvSpPr/>
          <p:nvPr/>
        </p:nvSpPr>
        <p:spPr>
          <a:xfrm>
            <a:off x="2858814" y="2526206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2BC939-2325-6CBA-8B44-C88DF606B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523" y="2842471"/>
            <a:ext cx="6460139" cy="206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05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4FE5-14EA-A80E-2F52-D8F5DFE8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9CE94B-787F-291F-FA56-04F3DE12B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8 </a:t>
            </a:r>
            <a:r>
              <a:rPr lang="fr-FR" dirty="0" err="1"/>
              <a:t>after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61A1E-BD50-CE82-8B7B-12EF08B8C0B9}"/>
              </a:ext>
            </a:extLst>
          </p:cNvPr>
          <p:cNvSpPr/>
          <p:nvPr/>
        </p:nvSpPr>
        <p:spPr>
          <a:xfrm>
            <a:off x="2932387" y="2315999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B36F187-33EA-35E0-2A87-0A8250DBE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12797" y="2847287"/>
            <a:ext cx="6298762" cy="201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87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D595-5156-FA39-3446-0836C58A1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4CB1BA-3FCB-C512-161B-E9008B04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8 </a:t>
            </a:r>
            <a:r>
              <a:rPr lang="fr-FR" dirty="0" err="1"/>
              <a:t>after</a:t>
            </a:r>
            <a:r>
              <a:rPr lang="fr-FR" dirty="0"/>
              <a:t> flip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4BA73B-2589-566F-CEB8-F83D4B6DCB07}"/>
              </a:ext>
            </a:extLst>
          </p:cNvPr>
          <p:cNvSpPr/>
          <p:nvPr/>
        </p:nvSpPr>
        <p:spPr>
          <a:xfrm>
            <a:off x="2932387" y="2315999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41DF33A-0F30-B9A8-D6BE-493AE935A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287" y="2626570"/>
            <a:ext cx="6298762" cy="201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0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77266-36D5-F0FD-E003-3A6526E4E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D9366-763C-C3CF-D53D-42D2E763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9 </a:t>
            </a:r>
            <a:r>
              <a:rPr lang="fr-FR" dirty="0" err="1"/>
              <a:t>before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C3A63E-164C-2E8A-90CB-0C04A9C7D239}"/>
              </a:ext>
            </a:extLst>
          </p:cNvPr>
          <p:cNvSpPr/>
          <p:nvPr/>
        </p:nvSpPr>
        <p:spPr>
          <a:xfrm>
            <a:off x="2932387" y="2315999"/>
            <a:ext cx="7641021" cy="798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551B61F-A120-6DB0-D2F2-5D39700CD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241" y="2400082"/>
            <a:ext cx="4909207" cy="324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1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2FE85-EE24-E76C-BF2A-94D8CA2B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3CE3B11-B64D-A3B4-3A85-AB5689468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603166">
            <a:off x="3169307" y="2709680"/>
            <a:ext cx="4913148" cy="2611319"/>
          </a:xfrm>
        </p:spPr>
      </p:pic>
    </p:spTree>
    <p:extLst>
      <p:ext uri="{BB962C8B-B14F-4D97-AF65-F5344CB8AC3E}">
        <p14:creationId xmlns:p14="http://schemas.microsoft.com/office/powerpoint/2010/main" val="2253781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D8D38E-DE81-C319-5310-13F2E991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9F2F12A-7050-3FFB-5EBA-5C3ACAA7B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624487">
            <a:off x="3127198" y="3000605"/>
            <a:ext cx="5478796" cy="2296393"/>
          </a:xfrm>
        </p:spPr>
      </p:pic>
    </p:spTree>
    <p:extLst>
      <p:ext uri="{BB962C8B-B14F-4D97-AF65-F5344CB8AC3E}">
        <p14:creationId xmlns:p14="http://schemas.microsoft.com/office/powerpoint/2010/main" val="1838795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5D98D-C7CA-7F65-0F4C-7CB8EEA2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6C3C3-0FBD-0458-07E1-D38B3047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5CB846F-BBC8-C0E8-5522-4771C94A08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617813">
            <a:off x="3702050" y="3131344"/>
            <a:ext cx="4787900" cy="1739900"/>
          </a:xfrm>
        </p:spPr>
      </p:pic>
    </p:spTree>
    <p:extLst>
      <p:ext uri="{BB962C8B-B14F-4D97-AF65-F5344CB8AC3E}">
        <p14:creationId xmlns:p14="http://schemas.microsoft.com/office/powerpoint/2010/main" val="2684682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34814-A0C2-1845-D585-46D1459C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2DDBD99-C036-80E8-D7A1-8978F86ED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158365">
            <a:off x="4152461" y="2591380"/>
            <a:ext cx="3688255" cy="2465984"/>
          </a:xfrm>
        </p:spPr>
      </p:pic>
    </p:spTree>
    <p:extLst>
      <p:ext uri="{BB962C8B-B14F-4D97-AF65-F5344CB8AC3E}">
        <p14:creationId xmlns:p14="http://schemas.microsoft.com/office/powerpoint/2010/main" val="1335427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D04B-BABC-7607-A69D-B57D9B5B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8E11E4-8756-F28C-1F45-39C4C1BF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0EB194D-E469-4BBA-6A3D-7F32BB5B2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441130">
            <a:off x="4552950" y="3271044"/>
            <a:ext cx="3086100" cy="1460500"/>
          </a:xfrm>
        </p:spPr>
      </p:pic>
    </p:spTree>
    <p:extLst>
      <p:ext uri="{BB962C8B-B14F-4D97-AF65-F5344CB8AC3E}">
        <p14:creationId xmlns:p14="http://schemas.microsoft.com/office/powerpoint/2010/main" val="3043621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FFC7DF-5293-1F0D-C5FA-1F6F0874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751B388-85E9-6BED-D707-FDA0DB362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648211">
            <a:off x="4400550" y="3023394"/>
            <a:ext cx="3390900" cy="1955800"/>
          </a:xfrm>
        </p:spPr>
      </p:pic>
    </p:spTree>
    <p:extLst>
      <p:ext uri="{BB962C8B-B14F-4D97-AF65-F5344CB8AC3E}">
        <p14:creationId xmlns:p14="http://schemas.microsoft.com/office/powerpoint/2010/main" val="2228351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0973F-7E47-9E81-98F5-D7FA42326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3A58809-62DC-D6C6-038C-5AE86734A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317185">
            <a:off x="4445000" y="3220244"/>
            <a:ext cx="3302000" cy="1562100"/>
          </a:xfrm>
        </p:spPr>
      </p:pic>
    </p:spTree>
    <p:extLst>
      <p:ext uri="{BB962C8B-B14F-4D97-AF65-F5344CB8AC3E}">
        <p14:creationId xmlns:p14="http://schemas.microsoft.com/office/powerpoint/2010/main" val="1921688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382BE9-3957-DA2C-3B82-CFB50E9E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5A07EDA-D766-5100-F809-C741C5E7B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343315">
            <a:off x="4660900" y="3296444"/>
            <a:ext cx="2870200" cy="1409700"/>
          </a:xfrm>
        </p:spPr>
      </p:pic>
    </p:spTree>
    <p:extLst>
      <p:ext uri="{BB962C8B-B14F-4D97-AF65-F5344CB8AC3E}">
        <p14:creationId xmlns:p14="http://schemas.microsoft.com/office/powerpoint/2010/main" val="1716145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82346D-ED94-9878-A08C-85A30F89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F45BAA3-D69D-C16B-131B-811D4D36C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281458">
            <a:off x="3983420" y="2629477"/>
            <a:ext cx="4025462" cy="2160750"/>
          </a:xfrm>
        </p:spPr>
      </p:pic>
    </p:spTree>
    <p:extLst>
      <p:ext uri="{BB962C8B-B14F-4D97-AF65-F5344CB8AC3E}">
        <p14:creationId xmlns:p14="http://schemas.microsoft.com/office/powerpoint/2010/main" val="2199824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953F99-29F5-3C9F-486D-91398B21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0AFB88B-76B4-17F5-40E8-865381CA3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336834">
            <a:off x="4762501" y="2698750"/>
            <a:ext cx="2667000" cy="1460500"/>
          </a:xfrm>
        </p:spPr>
      </p:pic>
    </p:spTree>
    <p:extLst>
      <p:ext uri="{BB962C8B-B14F-4D97-AF65-F5344CB8AC3E}">
        <p14:creationId xmlns:p14="http://schemas.microsoft.com/office/powerpoint/2010/main" val="1900895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0E34CE-9DD1-DA12-D6CA-6557BD2F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11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A1661F4-1A7A-9758-3E22-BDC35EFCE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334137">
            <a:off x="4559300" y="3271044"/>
            <a:ext cx="3073400" cy="1460500"/>
          </a:xfrm>
        </p:spPr>
      </p:pic>
    </p:spTree>
    <p:extLst>
      <p:ext uri="{BB962C8B-B14F-4D97-AF65-F5344CB8AC3E}">
        <p14:creationId xmlns:p14="http://schemas.microsoft.com/office/powerpoint/2010/main" val="4294029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A49B6C-DD65-61F2-FB50-5115B08A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12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12D041D-895E-872E-BE81-7C0F051F1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10958699">
            <a:off x="4279900" y="3302794"/>
            <a:ext cx="3632200" cy="1397000"/>
          </a:xfrm>
        </p:spPr>
      </p:pic>
    </p:spTree>
    <p:extLst>
      <p:ext uri="{BB962C8B-B14F-4D97-AF65-F5344CB8AC3E}">
        <p14:creationId xmlns:p14="http://schemas.microsoft.com/office/powerpoint/2010/main" val="3461229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54D8CB-C71C-683E-7DEF-83B379E0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13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B4BAFCB-94D7-D7F3-99B0-949EEE68B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038174">
            <a:off x="4280491" y="2567722"/>
            <a:ext cx="3006528" cy="2144516"/>
          </a:xfrm>
        </p:spPr>
      </p:pic>
    </p:spTree>
    <p:extLst>
      <p:ext uri="{BB962C8B-B14F-4D97-AF65-F5344CB8AC3E}">
        <p14:creationId xmlns:p14="http://schemas.microsoft.com/office/powerpoint/2010/main" val="2788040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56D1D-9AC3-C7B7-5F8D-90D6F0688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14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599440D-E1BC-9978-4B83-9AB094CA8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1795" y="2752080"/>
            <a:ext cx="2921876" cy="1967202"/>
          </a:xfrm>
        </p:spPr>
      </p:pic>
    </p:spTree>
    <p:extLst>
      <p:ext uri="{BB962C8B-B14F-4D97-AF65-F5344CB8AC3E}">
        <p14:creationId xmlns:p14="http://schemas.microsoft.com/office/powerpoint/2010/main" val="751109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54303D-E03D-23AD-EEEC-3B524571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15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27EEA97-0884-B44C-93D5-31BB822CB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955330">
            <a:off x="4846487" y="2896109"/>
            <a:ext cx="2499028" cy="1797246"/>
          </a:xfrm>
        </p:spPr>
      </p:pic>
    </p:spTree>
    <p:extLst>
      <p:ext uri="{BB962C8B-B14F-4D97-AF65-F5344CB8AC3E}">
        <p14:creationId xmlns:p14="http://schemas.microsoft.com/office/powerpoint/2010/main" val="687410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A6E592-384C-44DA-FE34-D098D538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16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07F0BAC-ADF7-5A79-00AB-D1DA8C52B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960828">
            <a:off x="4332932" y="2698726"/>
            <a:ext cx="3526137" cy="2010068"/>
          </a:xfrm>
        </p:spPr>
      </p:pic>
    </p:spTree>
    <p:extLst>
      <p:ext uri="{BB962C8B-B14F-4D97-AF65-F5344CB8AC3E}">
        <p14:creationId xmlns:p14="http://schemas.microsoft.com/office/powerpoint/2010/main" val="2537664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78B643-A834-417B-106E-10F8CD93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17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3E4221E-6FCC-99B3-446B-8A43D5B56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6686">
            <a:off x="4946650" y="3150394"/>
            <a:ext cx="2298700" cy="1701800"/>
          </a:xfrm>
        </p:spPr>
      </p:pic>
    </p:spTree>
    <p:extLst>
      <p:ext uri="{BB962C8B-B14F-4D97-AF65-F5344CB8AC3E}">
        <p14:creationId xmlns:p14="http://schemas.microsoft.com/office/powerpoint/2010/main" val="1904831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D05316-6811-5C7B-3AA9-D4FDE82E2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18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23BBC0C-17D1-9DAD-995D-0631F2119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013696">
            <a:off x="4610240" y="2660650"/>
            <a:ext cx="2480889" cy="1536700"/>
          </a:xfrm>
        </p:spPr>
      </p:pic>
    </p:spTree>
    <p:extLst>
      <p:ext uri="{BB962C8B-B14F-4D97-AF65-F5344CB8AC3E}">
        <p14:creationId xmlns:p14="http://schemas.microsoft.com/office/powerpoint/2010/main" val="1711251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9D195A-3CCB-C56C-5158-A42179907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B4CD12A-90C7-620B-B5D2-4C469B525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213386">
            <a:off x="4737100" y="2482850"/>
            <a:ext cx="2717800" cy="1892300"/>
          </a:xfrm>
        </p:spPr>
      </p:pic>
    </p:spTree>
    <p:extLst>
      <p:ext uri="{BB962C8B-B14F-4D97-AF65-F5344CB8AC3E}">
        <p14:creationId xmlns:p14="http://schemas.microsoft.com/office/powerpoint/2010/main" val="3357294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34511C-447A-7AAC-872C-4255F6F8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20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834416C-9E27-E475-DF99-1975051C5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56580">
            <a:off x="4768850" y="3124994"/>
            <a:ext cx="2654300" cy="1752600"/>
          </a:xfrm>
        </p:spPr>
      </p:pic>
    </p:spTree>
    <p:extLst>
      <p:ext uri="{BB962C8B-B14F-4D97-AF65-F5344CB8AC3E}">
        <p14:creationId xmlns:p14="http://schemas.microsoft.com/office/powerpoint/2010/main" val="15878002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A0A80B-8B3F-1F37-019C-0AAE7F80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21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457DEEA-5FD9-397D-26DE-DE5CE061A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55092">
            <a:off x="4616450" y="3061494"/>
            <a:ext cx="2959100" cy="1879600"/>
          </a:xfrm>
        </p:spPr>
      </p:pic>
    </p:spTree>
    <p:extLst>
      <p:ext uri="{BB962C8B-B14F-4D97-AF65-F5344CB8AC3E}">
        <p14:creationId xmlns:p14="http://schemas.microsoft.com/office/powerpoint/2010/main" val="9888784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E2B22-A536-85F3-9104-5B8B5EFA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22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2AF1B87-7E32-CF56-839F-D35B98DBB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220207">
            <a:off x="4578350" y="3239294"/>
            <a:ext cx="3035300" cy="1524000"/>
          </a:xfrm>
        </p:spPr>
      </p:pic>
    </p:spTree>
    <p:extLst>
      <p:ext uri="{BB962C8B-B14F-4D97-AF65-F5344CB8AC3E}">
        <p14:creationId xmlns:p14="http://schemas.microsoft.com/office/powerpoint/2010/main" val="26340269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D59E49-A248-62EE-A29A-0686B6E5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23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26DF6C2-83E3-58AB-6309-49068C072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6657">
            <a:off x="4679950" y="3163094"/>
            <a:ext cx="2832100" cy="1676400"/>
          </a:xfrm>
        </p:spPr>
      </p:pic>
    </p:spTree>
    <p:extLst>
      <p:ext uri="{BB962C8B-B14F-4D97-AF65-F5344CB8AC3E}">
        <p14:creationId xmlns:p14="http://schemas.microsoft.com/office/powerpoint/2010/main" val="6618299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FE763-1BDB-0D2D-9E63-051242B8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24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A8E6B1B-5BF9-B6CB-D9E2-570DE577D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32252">
            <a:off x="4756149" y="2888730"/>
            <a:ext cx="2679700" cy="1384300"/>
          </a:xfrm>
        </p:spPr>
      </p:pic>
    </p:spTree>
    <p:extLst>
      <p:ext uri="{BB962C8B-B14F-4D97-AF65-F5344CB8AC3E}">
        <p14:creationId xmlns:p14="http://schemas.microsoft.com/office/powerpoint/2010/main" val="385552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ECAF1-221C-59CB-2241-2837F796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25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0AFC038-E62F-2FF2-DFC4-7A424FCD8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194615">
            <a:off x="4197350" y="2451100"/>
            <a:ext cx="3797300" cy="1955800"/>
          </a:xfrm>
        </p:spPr>
      </p:pic>
    </p:spTree>
    <p:extLst>
      <p:ext uri="{BB962C8B-B14F-4D97-AF65-F5344CB8AC3E}">
        <p14:creationId xmlns:p14="http://schemas.microsoft.com/office/powerpoint/2010/main" val="13321471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251FBF-5105-F53F-548B-CC75177F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26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20C5C95-3C25-AAE4-30D6-E5BF61DF5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236141">
            <a:off x="4908550" y="3194844"/>
            <a:ext cx="2374900" cy="1612900"/>
          </a:xfrm>
        </p:spPr>
      </p:pic>
    </p:spTree>
    <p:extLst>
      <p:ext uri="{BB962C8B-B14F-4D97-AF65-F5344CB8AC3E}">
        <p14:creationId xmlns:p14="http://schemas.microsoft.com/office/powerpoint/2010/main" val="913473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0377D5-A2CF-BEB7-D7E6-8E3DE762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27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AC75DE5-505E-B50D-96D4-272BBF54E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217900">
            <a:off x="4317999" y="2565400"/>
            <a:ext cx="3556000" cy="1727200"/>
          </a:xfrm>
        </p:spPr>
      </p:pic>
    </p:spTree>
    <p:extLst>
      <p:ext uri="{BB962C8B-B14F-4D97-AF65-F5344CB8AC3E}">
        <p14:creationId xmlns:p14="http://schemas.microsoft.com/office/powerpoint/2010/main" val="27785952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D19229-716E-4023-2B09-0D26B4AA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28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AEBEB40-D4AD-F2FC-A70C-F67740420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137526">
            <a:off x="4648200" y="2698750"/>
            <a:ext cx="2895600" cy="1460500"/>
          </a:xfrm>
        </p:spPr>
      </p:pic>
    </p:spTree>
    <p:extLst>
      <p:ext uri="{BB962C8B-B14F-4D97-AF65-F5344CB8AC3E}">
        <p14:creationId xmlns:p14="http://schemas.microsoft.com/office/powerpoint/2010/main" val="40045142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03F01B-752F-571A-816F-1B08F4611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29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7C92A2B-7DD7-7D70-FF17-CF3C96A5B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217050">
            <a:off x="4730750" y="2540000"/>
            <a:ext cx="2730500" cy="1778000"/>
          </a:xfrm>
        </p:spPr>
      </p:pic>
    </p:spTree>
    <p:extLst>
      <p:ext uri="{BB962C8B-B14F-4D97-AF65-F5344CB8AC3E}">
        <p14:creationId xmlns:p14="http://schemas.microsoft.com/office/powerpoint/2010/main" val="35341010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A3DF55-F4AD-3252-F671-924120BB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30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BA4A9AE-8160-BBBC-3E67-7B25D51F0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800000">
            <a:off x="5111750" y="2799830"/>
            <a:ext cx="1968500" cy="1562100"/>
          </a:xfrm>
        </p:spPr>
      </p:pic>
    </p:spTree>
    <p:extLst>
      <p:ext uri="{BB962C8B-B14F-4D97-AF65-F5344CB8AC3E}">
        <p14:creationId xmlns:p14="http://schemas.microsoft.com/office/powerpoint/2010/main" val="17230500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4E486B-A7A4-5E34-F702-F6C237EB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31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AFF23CE-F3B5-BE90-A8F5-5D7474237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176221">
            <a:off x="4298950" y="2470149"/>
            <a:ext cx="3594100" cy="1917700"/>
          </a:xfrm>
        </p:spPr>
      </p:pic>
    </p:spTree>
    <p:extLst>
      <p:ext uri="{BB962C8B-B14F-4D97-AF65-F5344CB8AC3E}">
        <p14:creationId xmlns:p14="http://schemas.microsoft.com/office/powerpoint/2010/main" val="20808678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775A8A-ADDF-1BC9-43CE-3CE4A164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32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B8B923C-4A3F-7864-E945-2096485BE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1268956">
            <a:off x="4375150" y="2953544"/>
            <a:ext cx="3441700" cy="2095500"/>
          </a:xfrm>
        </p:spPr>
      </p:pic>
    </p:spTree>
    <p:extLst>
      <p:ext uri="{BB962C8B-B14F-4D97-AF65-F5344CB8AC3E}">
        <p14:creationId xmlns:p14="http://schemas.microsoft.com/office/powerpoint/2010/main" val="19645755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91</Words>
  <Application>Microsoft Macintosh PowerPoint</Application>
  <PresentationFormat>Grand écran</PresentationFormat>
  <Paragraphs>49</Paragraphs>
  <Slides>49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Thème Office</vt:lpstr>
      <vt:lpstr>Présentation PowerPoint</vt:lpstr>
      <vt:lpstr>Test 1 after</vt:lpstr>
      <vt:lpstr>Test 1 after flip</vt:lpstr>
      <vt:lpstr>Test 2 after</vt:lpstr>
      <vt:lpstr>Test 2 after flip</vt:lpstr>
      <vt:lpstr>Test 3 after</vt:lpstr>
      <vt:lpstr>Test 3 after flip</vt:lpstr>
      <vt:lpstr>Test 4 before *</vt:lpstr>
      <vt:lpstr>Test 5 after *</vt:lpstr>
      <vt:lpstr>Test 5 after * flip</vt:lpstr>
      <vt:lpstr>Test 6 after</vt:lpstr>
      <vt:lpstr>Test 6 after flip</vt:lpstr>
      <vt:lpstr>Test 7 after</vt:lpstr>
      <vt:lpstr>Test 7 after flip</vt:lpstr>
      <vt:lpstr>Test 8 after</vt:lpstr>
      <vt:lpstr>Test 8 after flip</vt:lpstr>
      <vt:lpstr>Test 9 before</vt:lpstr>
      <vt:lpstr>1</vt:lpstr>
      <vt:lpstr>2</vt:lpstr>
      <vt:lpstr>3</vt:lpstr>
      <vt:lpstr>4</vt:lpstr>
      <vt:lpstr>5</vt:lpstr>
      <vt:lpstr>6</vt:lpstr>
      <vt:lpstr>7</vt:lpstr>
      <vt:lpstr>8</vt:lpstr>
      <vt:lpstr>9</vt:lpstr>
      <vt:lpstr>10</vt:lpstr>
      <vt:lpstr>11</vt:lpstr>
      <vt:lpstr>12</vt:lpstr>
      <vt:lpstr>13</vt:lpstr>
      <vt:lpstr>14</vt:lpstr>
      <vt:lpstr>15</vt:lpstr>
      <vt:lpstr>16</vt:lpstr>
      <vt:lpstr>17</vt:lpstr>
      <vt:lpstr>18</vt:lpstr>
      <vt:lpstr>19</vt:lpstr>
      <vt:lpstr>20</vt:lpstr>
      <vt:lpstr>21</vt:lpstr>
      <vt:lpstr>22</vt:lpstr>
      <vt:lpstr>23</vt:lpstr>
      <vt:lpstr>24</vt:lpstr>
      <vt:lpstr>25</vt:lpstr>
      <vt:lpstr>26</vt:lpstr>
      <vt:lpstr>27</vt:lpstr>
      <vt:lpstr>28</vt:lpstr>
      <vt:lpstr>29</vt:lpstr>
      <vt:lpstr>30</vt:lpstr>
      <vt:lpstr>31</vt:lpstr>
      <vt:lpstr>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14</cp:revision>
  <dcterms:created xsi:type="dcterms:W3CDTF">2025-04-24T20:45:34Z</dcterms:created>
  <dcterms:modified xsi:type="dcterms:W3CDTF">2025-06-01T19:46:00Z</dcterms:modified>
</cp:coreProperties>
</file>